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Café Point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Gestão moderna para restaurantes modernos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 maioria dos restaurantes ainda opera com sistemas fragmentados, lentos e sem visibilidade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Uma plataforma única que liga salão, cozinha e gestão em tempo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Atendimento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Pedidos lançados na mesa. Menos passos. Menos erros. Mais mesas atendidas.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Cozinha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Pedidos claros, prioridades visíveis e controlo total do tempo de preparação.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Cada venda actualiza automaticamente custos e inventário.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Mais eficiência operacional. Menos desperdício. Decisões baseadas em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Três semanas para entrar em produção com acompanhamento total.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