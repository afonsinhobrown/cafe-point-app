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CAFÉ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59E0B"/>
                </a:solidFill>
                <a:latin typeface="Segoe UI"/>
              </a:defRPr>
            </a:pPr>
            <a:r>
              <a:t>Sistema Integrado de Gestão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E2E8F0"/>
                </a:solidFill>
                <a:latin typeface="Segoe UI"/>
              </a:defRPr>
            </a:pPr>
            <a:r>
              <a:t>Modernização, Controlo e Eficiência Operacional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B4B"/>
                </a:solidFill>
                <a:latin typeface="Segoe UI"/>
              </a:defRPr>
            </a:pPr>
            <a:r>
              <a:t>Desafios Operacionais Atuais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🛑 Ineficiência: Pedidos em papel causam erros e atrasos na comunicação.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🛑 Quebras de Stock: Falta de rastreabilidade gera desperdícios.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🛑 Falta de Dados: Gestão baseada em 'feeling', sem relatórios precisos.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🛑 Experiência do Cliente: Tempo de espera elevado afecta a satisfação.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B4B"/>
                </a:solidFill>
                <a:latin typeface="Segoe UI"/>
              </a:defRPr>
            </a:pPr>
            <a:r>
              <a:t>Solução: Café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Uma plataforma 'All-in-One' que conecta Salão, Cozinha e Backoffice.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🎯 Foco: Eliminar papel, automatizar processos e garantir controlo.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💻 Tecnologia: Sistema moderno, seguro e acessível via Tablets/PC.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B4B"/>
                </a:solidFill>
                <a:latin typeface="Segoe UI"/>
              </a:defRPr>
            </a:pPr>
            <a:r>
              <a:t>Atendimento Ágil (POS)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✅ Mapa de Mesas Digital: Visualização em tempo real (Livre/Ocupada).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✅ Pedido Mobile: Garçom lança o pedido na mesa.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✅ Personalização: Adição fácil de observações (ex: 'sem gelo').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B4B"/>
                </a:solidFill>
                <a:latin typeface="Segoe UI"/>
              </a:defRPr>
            </a:pPr>
            <a:r>
              <a:t>Cozinha Conectada (KDS)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👨‍🍳 Fim das 'Bonitas': Pedidos aparecem no ecrã da cozinha.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⏱️ Controlo de Tempo: Cozinheiros sabem exactamante o que preparar.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🔔 Status: Fluxo claro de Pendente -&gt; Preparando -&gt; Pronto.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B4B"/>
                </a:solidFill>
                <a:latin typeface="Segoe UI"/>
              </a:defRPr>
            </a:pPr>
            <a:r>
              <a:t>Gestão de Stock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📦 Ficha Técnica: Baixa automática de ingredientes ao vender.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⚠️ Alertas Inteligentes: Aviso automático de stock mínimo.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📊 Histórico: Rastreio completo de todas as entradas e saídas.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B4B"/>
                </a:solidFill>
                <a:latin typeface="Segoe UI"/>
              </a:defRPr>
            </a:pPr>
            <a:r>
              <a:t>Impacto Esperado (ROI)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🚀 Aumento de 30% na rotação de mesas.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💰 Redução de 15% em desperdícios.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⭐ Melhor experiência do cliente (menos erros).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📈 Decisões baseadas em dados reais.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E1B4B"/>
                </a:solidFill>
                <a:latin typeface="Segoe UI"/>
              </a:defRPr>
            </a:pPr>
            <a:r>
              <a:t>Roteiro de Implementação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1. Semana 1: Instalação Piloto e Configuração.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2. Semana 2: Treinamento da Equipe.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3. Semana 3: 'Go-Live' assistido.</a:t>
            </a:r>
          </a:p>
          <a:p>
            <a:pPr>
              <a:spcAft>
                <a:spcPts val="2000"/>
              </a:spcAft>
              <a:defRPr sz="2200">
                <a:solidFill>
                  <a:srgbClr val="333333"/>
                </a:solidFill>
                <a:latin typeface="Segoe UI"/>
              </a:defRPr>
            </a:pPr>
            <a:r>
              <a:t>👉 Aprovação para iniciar o piloto.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Obrigado!</a:t>
            </a:r>
          </a:p>
          <a:p>
            <a:pPr algn="ctr">
              <a:defRPr sz="2400">
                <a:solidFill>
                  <a:srgbClr val="F59E0B"/>
                </a:solidFill>
              </a:defRPr>
            </a:pPr>
            <a:r>
              <a:t>Café Point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