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6400" b="1">
                <a:solidFill>
                  <a:srgbClr val="4F46E5"/>
                </a:solidFill>
                <a:latin typeface="Arial"/>
              </a:defRPr>
            </a:pPr>
            <a:r>
              <a:t>CAFÉ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  <a:latin typeface="Arial"/>
              </a:defRPr>
            </a:pPr>
            <a:r>
              <a:t>O Futuro da Gestão de Restaurantes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CBD5E1"/>
                </a:solidFill>
              </a:defRPr>
            </a:pPr>
            <a:r>
              <a:t>Apresentação Executiva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A ineficiência operacional está custando dinheiro e clientes todos os dias.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Pedidos no papel causam erros e atrasos na cozinha.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Falta de visibilidade do stock em tempo real.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Dificuldade em medir lucros e perdas por prato.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Uma plataforma digital unificada que conecta todos os pontos do restaurante.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POS Digital no Salão (Tablet/PC).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KDS (Ecrã de Cozinha) automatizado.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Backoffice financeiro integrado.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EFICIÊNCIA NO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Aumente a rotação de mesas em até 30% com pedidos instantâneos.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Status de mesas em tempo real (Sem gritos).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Envio de pedidos directo para as estações de preparo.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Redução drástica de erros de anotação.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COZINHA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Organize o caos e garanta que os pratos saiam na ordem certa.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Priorização automática de pedidos.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Métricas de tempo de preparo.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Comunicação visual clara e silenciosa.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CONTROLO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Transforme stock em dinheiro e pare de adivinhar os custos.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Baixa automática de ingredientes por ficha técnica.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Alertas de stock mínimo para compras.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Relatórios de vendas detalhados por dia/mês.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Plano de implementação rápida para resultados imediatos.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Semana 1: Configuração e Piloto.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Semana 2: Formação da Equipa.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Semana 3: Lançamento Oficial (Go-Live).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4F46E5"/>
                </a:solidFill>
              </a:defRPr>
            </a:pPr>
            <a:r>
              <a:t>Obrigado</a:t>
            </a: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t>cafepoint.sistema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